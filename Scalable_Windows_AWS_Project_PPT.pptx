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Web App Deployment on AWS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Windows Server + IIS + ALB + Auto Scaling (No Coding)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Windows Server 2019/2022</a:t>
            </a:r>
          </a:p>
          <a:p>
            <a:r>
              <a:t>• IIS Web Server</a:t>
            </a:r>
          </a:p>
          <a:p>
            <a:r>
              <a:t>• Application Load Balancer</a:t>
            </a:r>
          </a:p>
          <a:p>
            <a:r>
              <a:t>• Auto Scaling Group</a:t>
            </a:r>
          </a:p>
          <a:p>
            <a:r>
              <a:t>• Custom AMI</a:t>
            </a:r>
          </a:p>
          <a:p>
            <a:r>
              <a:t>• CloudWatch Scaling Policies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Create VPC (Public + Private Subnets)</a:t>
            </a:r>
          </a:p>
          <a:p>
            <a:pPr lvl="1"/>
            <a:r>
              <a:t>2. Launch Windows Server EC2</a:t>
            </a:r>
          </a:p>
          <a:p>
            <a:pPr lvl="1"/>
            <a:r>
              <a:t>3. Install IIS (GUI-based)</a:t>
            </a:r>
          </a:p>
          <a:p>
            <a:pPr lvl="1"/>
            <a:r>
              <a:t>4. Create AMI</a:t>
            </a:r>
          </a:p>
          <a:p>
            <a:pPr lvl="1"/>
            <a:r>
              <a:t>5. Create ALB + Target Group</a:t>
            </a:r>
          </a:p>
          <a:p>
            <a:pPr lvl="1"/>
            <a:r>
              <a:t>6. Create Auto Scaling Group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Scaling &amp;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ASG scales instances based on CPU</a:t>
            </a:r>
          </a:p>
          <a:p>
            <a:r>
              <a:t>• ALB distributes traffic across AZs</a:t>
            </a:r>
          </a:p>
          <a:p>
            <a:r>
              <a:t>• Health checks ensure automatic replacement</a:t>
            </a:r>
          </a:p>
          <a:p>
            <a:r>
              <a:t>• Fully automated, no coding required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